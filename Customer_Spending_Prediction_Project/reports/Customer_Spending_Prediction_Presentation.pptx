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Spending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Project | Regression | Streamlit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Estimate customer spending from available demographic and purchase-behaviour attributes.</a:t>
            </a:r>
          </a:p>
          <a:p>
            <a:pPr>
              <a:defRPr sz="2200"/>
            </a:pPr>
            <a:r>
              <a:t>Use supervised regression because spending is a continuous numeric target.</a:t>
            </a:r>
          </a:p>
          <a:p>
            <a:pPr>
              <a:defRPr sz="2200"/>
            </a:pPr>
            <a:r>
              <a:t>Build a reproducible pipeline and a simple interactive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1,000 records and 8 columns in the supplied dataset.</a:t>
            </a:r>
          </a:p>
          <a:p>
            <a:pPr>
              <a:defRPr sz="2200"/>
            </a:pPr>
            <a:r>
              <a:t>Target: spending.</a:t>
            </a:r>
          </a:p>
          <a:p>
            <a:pPr>
              <a:defRPr sz="2200"/>
            </a:pPr>
            <a:r>
              <a:t>Inputs: age, gender, education, income, country, purchase_frequency.</a:t>
            </a:r>
          </a:p>
          <a:p>
            <a:pPr>
              <a:defRPr sz="2200"/>
            </a:pPr>
            <a:r>
              <a:t>Customer name is excluded from model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Trim whitespace and standardize blank text values as missing.</a:t>
            </a:r>
          </a:p>
          <a:p>
            <a:pPr>
              <a:defRPr sz="2200"/>
            </a:pPr>
            <a:r>
              <a:t>Remove duplicate rows.</a:t>
            </a:r>
          </a:p>
          <a:p>
            <a:pPr>
              <a:defRPr sz="2200"/>
            </a:pPr>
            <a:r>
              <a:t>Impute missing numeric values with median and categorical values with mode.</a:t>
            </a:r>
          </a:p>
          <a:p>
            <a:pPr>
              <a:defRPr sz="2200"/>
            </a:pPr>
            <a:r>
              <a:t>One-hot encode categorical features; split data 80/20 for train/test.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Analysis: Spending</a:t>
            </a:r>
          </a:p>
        </p:txBody>
      </p:sp>
      <p:pic>
        <p:nvPicPr>
          <p:cNvPr id="3" name="Picture 2" descr="spend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Spending distribution in the supplied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Analysis: Income</a:t>
            </a:r>
          </a:p>
        </p:txBody>
      </p:sp>
      <p:pic>
        <p:nvPicPr>
          <p:cNvPr id="3" name="Picture 2" descr="income_vs_sp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Relationship between income and spending (association only)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Linear Regression</a:t>
            </a:r>
          </a:p>
          <a:p>
            <a:pPr>
              <a:defRPr sz="2200"/>
            </a:pPr>
            <a:r>
              <a:t>Ridge Regression</a:t>
            </a:r>
          </a:p>
          <a:p>
            <a:pPr>
              <a:defRPr sz="2200"/>
            </a:pPr>
            <a:r>
              <a:t>Random Forest Regressor</a:t>
            </a:r>
          </a:p>
          <a:p>
            <a:pPr>
              <a:defRPr sz="2200"/>
            </a:pPr>
            <a:r>
              <a:t>Extra Trees Regressor</a:t>
            </a:r>
          </a:p>
          <a:p>
            <a:pPr>
              <a:defRPr sz="2200"/>
            </a:pPr>
            <a:r>
              <a:t>HistGradientBoosting Regressor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701040">
                <a:tc>
                  <a:txBody>
                    <a:bodyPr/>
                    <a:lstStyle/>
                    <a:p>
                      <a:r>
                        <a:rPr sz="16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R²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/>
                        <a:t>Hist 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269.01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385.76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0.995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589.30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777.33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0.980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594.95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830.72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0.977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/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1,007.12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1,318.98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0.942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1,097.94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1,439.45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 vs Predicted</a:t>
            </a:r>
          </a:p>
        </p:txBody>
      </p:sp>
      <p:pic>
        <p:nvPicPr>
          <p:cNvPr id="3" name="Picture 2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Selected model: Hist Gradient Boosting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Tab 1: enter customer attributes and receive estimated spending.</a:t>
            </a:r>
          </a:p>
          <a:p>
            <a:pPr>
              <a:defRPr sz="2200"/>
            </a:pPr>
            <a:r>
              <a:t>Tab 2: browse dataset rows and EDA charts.</a:t>
            </a:r>
          </a:p>
          <a:p>
            <a:pPr>
              <a:defRPr sz="2200"/>
            </a:pPr>
            <a:r>
              <a:t>Tab 3: compare model metrics and inspect actual-versus-predicted values.</a:t>
            </a:r>
          </a:p>
          <a:p>
            <a:pPr>
              <a:defRPr sz="2200"/>
            </a:pPr>
            <a:r>
              <a:t>Launch using: streamlit run app.py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Verify dataset provenance and the meaning/units of purchase_frequency.</a:t>
            </a:r>
          </a:p>
          <a:p>
            <a:pPr>
              <a:defRPr sz="2200"/>
            </a:pPr>
            <a:r>
              <a:t>Results depend on the supplied data and may not generalize to real customers.</a:t>
            </a:r>
          </a:p>
          <a:p>
            <a:pPr>
              <a:defRPr sz="2200"/>
            </a:pPr>
            <a:r>
              <a:t>Correlation is not causation; predictions are estimates, not guarantees.</a:t>
            </a:r>
          </a:p>
          <a:p>
            <a:pPr>
              <a:defRPr sz="2200"/>
            </a:pPr>
            <a:r>
              <a:t>Future work: cross-validation, tuning, explainability and temporal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Selected model by lowest test RMSE: Hist Gradient Boosting.</a:t>
            </a:r>
          </a:p>
          <a:p>
            <a:pPr>
              <a:defRPr sz="2200"/>
            </a:pPr>
            <a:r>
              <a:t>The project includes data cleaning, EDA, model comparison, saved model, report, and app.</a:t>
            </a:r>
          </a:p>
          <a:p>
            <a:pPr>
              <a:defRPr sz="2200"/>
            </a:pPr>
            <a:r>
              <a:t>This is an educational prototype; validate data and performance before real-world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